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Polymer Dispersed Liquid Crystal (PDLC) Display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and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PDLC technology enables dynamic switching between transparent and opaque states.</a:t>
            </a:r>
          </a:p>
          <a:p>
            <a:pPr/>
            <a:r>
              <a:t>It is widely used in smart glass, privacy partitions, and display systems.</a:t>
            </a:r>
          </a:p>
          <a:p>
            <a:pPr/>
            <a:r>
              <a:t>Combines optical control, energy efficiency, and aesthetic appeal.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Liquid crystal droplets are dispersed in a polymer matrix.</a:t>
            </a:r>
          </a:p>
          <a:p>
            <a:pPr/>
            <a:r>
              <a:t>Without voltage: molecules scatter light → opaque.</a:t>
            </a:r>
          </a:p>
          <a:p>
            <a:pPr/>
            <a:r>
              <a:t>With voltage: molecules align → transparent.</a:t>
            </a:r>
          </a:p>
          <a:p>
            <a:pPr/>
            <a:r>
              <a:t>Operates using AC voltage (typically 36–110 VAC).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Structure &amp;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Layers: PET substrate, ITO conductive film, PDLC layer, top ITO, protective coating.</a:t>
            </a:r>
          </a:p>
          <a:p>
            <a:pPr/>
            <a:r>
              <a:t>Manufacturing steps: mixture preparation, coating, droplet formation, curing, lamination.</a:t>
            </a:r>
          </a:p>
          <a:p>
            <a:pPr/>
            <a:r>
              <a:t>Quality control ensures uniform transparency and adhesion.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Smart architectural glass (windows, doors, partitions).</a:t>
            </a:r>
          </a:p>
          <a:p>
            <a:pPr/>
            <a:r>
              <a:t>Automotive sunroofs and privacy glass.</a:t>
            </a:r>
          </a:p>
          <a:p>
            <a:pPr/>
            <a:r>
              <a:t>Rear-projection and advertising displays.</a:t>
            </a:r>
          </a:p>
          <a:p>
            <a:pPr/>
            <a:r>
              <a:t>Conference rooms, hospitals, and exhibition setups.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Instant switching between transparent and opaque.</a:t>
            </a:r>
          </a:p>
          <a:p>
            <a:pPr/>
            <a:r>
              <a:t>Low energy consumption.</a:t>
            </a:r>
          </a:p>
          <a:p>
            <a:pPr/>
            <a:r>
              <a:t>Blocks UV/IR rays, enhancing comfort and energy efficiency.</a:t>
            </a:r>
          </a:p>
          <a:p>
            <a:pPr/>
            <a:r>
              <a:t>Compatible with automation and IoT control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Market &amp; Business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Growing global smart glass market, led by Asia-Pacific manufacturing.</a:t>
            </a:r>
          </a:p>
          <a:p>
            <a:pPr/>
            <a:r>
              <a:t>Increasing demand for energy-efficient building materials.</a:t>
            </a:r>
          </a:p>
          <a:p>
            <a:pPr/>
            <a:r>
              <a:t>Integration with modern interior design and automotive innovation.</a:t>
            </a:r>
          </a:p>
          <a:p>
            <a:pPr/>
            <a:r>
              <a:t>High margin potential in architectural retrofits and luxury vehicles.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Leading Chinese Manufacturers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Shenzhen Magic Film Technology Co., Ltd.</a:t>
            </a:r>
          </a:p>
          <a:p>
            <a:pPr/>
            <a:r>
              <a:t>Guangzhou T-Opal Smart Film Co., Ltd.</a:t>
            </a:r>
          </a:p>
          <a:p>
            <a:pPr/>
            <a:r>
              <a:t>Suzhou Smart Glass Co., Ltd.</a:t>
            </a:r>
          </a:p>
          <a:p>
            <a:pPr/>
            <a:r>
              <a:t>Hangzhou E-Glass Smart Film Technology Co., Ltd.</a:t>
            </a:r>
          </a:p>
          <a:p>
            <a:pPr/>
            <a:r>
              <a:t>Sichuan CNBM Smart Film Technology Co., Ltd.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Flexible and patterned PDLC films.</a:t>
            </a:r>
          </a:p>
          <a:p>
            <a:pPr/>
            <a:r>
              <a:t>Lower driving voltage and improved optical clarity.</a:t>
            </a:r>
          </a:p>
          <a:p>
            <a:pPr/>
            <a:r>
              <a:t>Integration with solar energy systems and IoT automation.</a:t>
            </a:r>
          </a:p>
          <a:p>
            <a:pPr/>
            <a:r>
              <a:t>Wider adoption in consumer electronics and automotive industries.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PDLC technology bridges innovation between optics, electronics, and design.</a:t>
            </a:r>
          </a:p>
          <a:p>
            <a:pPr/>
            <a:r>
              <a:t>Provides privacy, comfort, and modern aesthetics in multiple sectors.</a:t>
            </a:r>
          </a:p>
          <a:p>
            <a:pPr/>
            <a:r>
              <a:t>Strong growth expected with continued R&amp;D and material advancements.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